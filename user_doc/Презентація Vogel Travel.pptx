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975116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D3461"/>
                </a:solidFill>
              </a:rPr>
              <a:t>VOGEL TRAVEL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975116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C8BD"/>
                </a:solidFill>
              </a:rPr>
              <a:t>ПРЕЗЕНТАЦІЯ ПРЕМІУМ-ПЛАТФОРМИ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0057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ФІЛОСОФІЯ ПРОЕКТУ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• Елітарний мінімалізм у дизайні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• Швидкість роботи без компромісів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• Глибока персоналізація комунікацій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• Поєднання високих технологій та розкоші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ДИЗАЙН ТА СТИЛЬ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Кольори: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3464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Deep Forest Blue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1828800" cy="914400"/>
          </a:xfrm>
          <a:prstGeom prst="rect">
            <a:avLst/>
          </a:prstGeom>
          <a:solidFill>
            <a:srgbClr val="5CC8B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83464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Corporate Teal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0000"/>
                </a:solidFill>
              </a:rPr>
              <a:t>Шрифти: Montserrat (Headers) + Inter (Body)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ХЕДЕР: ПУЛЬС НАВІГАЦІЇ</a:t>
            </a:r>
            <a:endParaRPr lang="en-US" sz="3200" dirty="0"/>
          </a:p>
        </p:txBody>
      </p:sp>
      <p:pic>
        <p:nvPicPr>
          <p:cNvPr id="3" name="Image 0" descr="d:\project\vogel_travel\user data\Скріни Сайту\Знімок екрана 2026-04-02 081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315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Дворівнева структура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Ефекти матового скла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Анімація активних точок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Мобільна адаптивність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ПООШУКОВИЙ ПОРТАЛ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• Повнорозмірний інтерфейс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• Категоризація (Offers, Blog, Services)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• Миттєве фільтрування результатів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• Пошук за локаціями та готелями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ІНТЕРАКТИВНА МАПА СВІТУ</a:t>
            </a:r>
            <a:endParaRPr lang="en-US" sz="3200" dirty="0"/>
          </a:p>
        </p:txBody>
      </p:sp>
      <p:pic>
        <p:nvPicPr>
          <p:cNvPr id="3" name="Image 0" descr="d:\project\vogel_travel\user data\Скріни Сайту\screencapture-vogel-travel-ua-partners-2026-04-02-08_16_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8288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• Глобальний огляд партнерів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• Динамічні маркери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• Розумний зум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ГОЛОСОВІ ПОВІДОМЛЕННЯ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C8BD"/>
                </a:solidFill>
              </a:rPr>
              <a:t>• Запис прямо на сайті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CC8BD"/>
                </a:solidFill>
              </a:rPr>
              <a:t>• Передача емоцій та деталей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CC8BD"/>
                </a:solidFill>
              </a:rPr>
              <a:t>• Миттєва доставка менеджеру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CC8BD"/>
                </a:solidFill>
              </a:rPr>
              <a:t>• Зручно на мобільних пристроях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TELEGRAM-БОТ: МОЗОК СИСТЕМИ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100% інтеграція з фронтендом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Миттєві пуш-сповіщення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Пересилка аудіо та документів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ІНВОЙСИ: ПАПЕРОВА РОБОТА В ОДИН КЛІК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Генерація PDF у браузері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Повні банківські реквізити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Валідація даних клієнта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Сума прописом автоматично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АДМІН-ПАНЕЛЬ: ПОВНИЙ КОНТРОЛЬ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Керування турами та статтями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Налаштування SEO-параметрів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Керування Telegram Bot API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461"/>
                </a:solidFill>
              </a:rPr>
              <a:t>СПІЛЬНОТА VOGEL TRAVEL</a:t>
            </a:r>
            <a:endParaRPr lang="en-US" sz="3200" dirty="0"/>
          </a:p>
        </p:txBody>
      </p:sp>
      <p:pic>
        <p:nvPicPr>
          <p:cNvPr id="3" name="Image 0" descr="d:\project\vogel_travel\user data\Скріни Сайту\Знімок екрана 2026-04-02 083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029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QR-код для переходу в закриту Telegram групу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2026-04-07T08:27:20Z</dcterms:created>
  <dcterms:modified xsi:type="dcterms:W3CDTF">2026-04-07T08:27:20Z</dcterms:modified>
</cp:coreProperties>
</file>