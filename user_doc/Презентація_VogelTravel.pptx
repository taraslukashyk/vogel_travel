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1E7D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Vogel Travel Web Platform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32020"/>
            <a:ext cx="9144000" cy="4572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8345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Travel Services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ject\vogel_travel\user data\Скріни Сайту\Титул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57200"/>
            <a:ext cx="64008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Вступ та загальний огляд платформи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4846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Мультимедійний сервіс преміум-класу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Хедер та Навігація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Ключовий навігаційний центр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Містить меню: Головна, Про нас, Послуги, Розкішні пропозиції, Партнери, Блог, Контакти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Пошукова система за кліком на іконку лупи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з QR-кодом для швидкого переходу у закриту Telegram-групу. Даний QR-код та посилання гнучко налаштовуються адміністратором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Головна сторінка та Мапа партнерів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Світла презентаційна сторінка з актуальними пропозиціями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Інтерактивна мапа партнерів:</a:t>
            </a:r>
            <a:endParaRPr lang="en-US" sz="2000" dirty="0"/>
          </a:p>
          <a:p>
            <a:pPr lvl="1" marL="6858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Відображає маркери партнерів Vogel Travel по всьому світу</a:t>
            </a:r>
            <a:endParaRPr lang="en-US" sz="2000" dirty="0"/>
          </a:p>
          <a:p>
            <a:pPr lvl="1" marL="6858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Hover-ефекти для швидкої довідки (Прев'ю)</a:t>
            </a:r>
            <a:endParaRPr lang="en-US" sz="2000" dirty="0"/>
          </a:p>
          <a:p>
            <a:pPr lvl="1" marL="6858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Детальні сторінки партнерів із фотографіями послуг та пропозиціями за кліком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Модальні вікна та Форми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 зворотного зв'язку:</a:t>
            </a:r>
            <a:endParaRPr lang="en-US" sz="2000" dirty="0"/>
          </a:p>
          <a:p>
            <a:pPr lvl="1" marL="6858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Загальні контактні форми та форми підбору туру</a:t>
            </a:r>
            <a:endParaRPr lang="en-US" sz="2000" dirty="0"/>
          </a:p>
          <a:p>
            <a:pPr lvl="1" marL="6858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116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Можливість запису голосового повідомлення прямо у формі для максимальної зручності!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оформлення замовлення:</a:t>
            </a:r>
            <a:endParaRPr lang="en-US" sz="2000" dirty="0"/>
          </a:p>
          <a:p>
            <a:pPr lvl="1" marL="6858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Зручний date-picker у корпоративних кольорах</a:t>
            </a:r>
            <a:endParaRPr lang="en-US" sz="2000" dirty="0"/>
          </a:p>
          <a:p>
            <a:pPr lvl="1" marL="6858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Перехід до системи інвойсингу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Білінгу та PDF Інвойси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Автоматична генерація деталізованих рахунків (інвойсів)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Користувач бачить візуальне прев'ю документу з усіма деталями свого замовлення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Можливість збереження/завантаження (Download as PDF) безпосередньо з модального вікна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Посилання на оплату або інтеграція з Monobank Acquiring для миттєвої оплати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Інтеграція з Telegram-ботом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оповіщень реального часу для адміністраторів:</a:t>
            </a:r>
            <a:endParaRPr lang="en-US" sz="2000" dirty="0"/>
          </a:p>
          <a:p>
            <a:pPr lvl="1" marL="6858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Текстові запити з форм відразу прилітають у Telegram (з необхідними форматуваннями)</a:t>
            </a:r>
            <a:endParaRPr lang="en-US" sz="2000" dirty="0"/>
          </a:p>
          <a:p>
            <a:pPr lvl="1" marL="6858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116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Голосові повідомлення від клієнтів автоматично пересилаються у чат як аудіофайли</a:t>
            </a:r>
            <a:endParaRPr lang="en-US" sz="2000" dirty="0"/>
          </a:p>
          <a:p>
            <a:pPr lvl="1" marL="6858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Генерація PDF-інвойсу після оформлення автоматично дублюється та надсилається у Telegram як вкладений документ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Глобальний пошук по сайту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Доступний всюди:</a:t>
            </a:r>
            <a:endParaRPr lang="en-US" sz="2000" dirty="0"/>
          </a:p>
          <a:p>
            <a:pPr lvl="1" marL="6858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Забезпечується пошуковою панеллю в хедері або розширеним пошуком 'Розкішні пропозиції'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Критерії пошуку:</a:t>
            </a:r>
            <a:endParaRPr lang="en-US" sz="2000" dirty="0"/>
          </a:p>
          <a:p>
            <a:pPr lvl="1" marL="6858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Швидкий пошук за іменами партнерів, країнами та ключовими словами</a:t>
            </a:r>
            <a:endParaRPr lang="en-US" sz="2000" dirty="0"/>
          </a:p>
          <a:p>
            <a:pPr lvl="1" marL="6858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Фільтри за часовими інтервалами (Date Range) та кількістю мандрівників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b="1" dirty="0">
                <a:solidFill>
                  <a:srgbClr val="116C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пошуку створює єдиний преміум вигляд, ідеально зливаючись з Hero-банером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2026-04-07T11:55:04Z</dcterms:created>
  <dcterms:modified xsi:type="dcterms:W3CDTF">2026-04-07T11:55:04Z</dcterms:modified>
</cp:coreProperties>
</file>